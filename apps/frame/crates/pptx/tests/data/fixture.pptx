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B57C9E-5C4D-4A94-BBCA-C5787705BF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for the title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on levels.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on the picture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9F8C3D-BF12-43CF-B371-7AD2713AEB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50B59-CDF4-43E2-9E4E-602C0722B4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681FF1-4FAF-47FD-958A-026DE42406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26614E-78CB-43CC-B247-16C531A18E0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fixture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Bold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italic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en-US" sz="32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underlined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3200" b="0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struck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32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red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at 20 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Levels and alignment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 to first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Centred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Right</a:t>
            </a:r>
            <a:br>
              <a:rPr sz="3200"/>
            </a:b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a line break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Shapes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0000" y="1440000"/>
            <a:ext cx="1800000" cy="1080000"/>
          </a:xfrm>
          <a:prstGeom prst="rect">
            <a:avLst/>
          </a:prstGeom>
          <a:solidFill>
            <a:srgbClr val="4472C4"/>
          </a:solidFill>
          <a:ln w="36000">
            <a:solidFill>
              <a:srgbClr val="2038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8920" tIns="43920" rIns="88920" bIns="4392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rot="19800000">
            <a:off x="2520000" y="1440000"/>
            <a:ext cx="1800000" cy="1080000"/>
          </a:xfrm>
          <a:prstGeom prst="ellipse">
            <a:avLst/>
          </a:prstGeom>
          <a:solidFill>
            <a:srgbClr val="70AD47"/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4680000" y="1440000"/>
            <a:ext cx="1800000" cy="1080000"/>
          </a:xfrm>
          <a:prstGeom prst="roundRect">
            <a:avLst>
              <a:gd name="adj" fmla="val 16667"/>
            </a:avLst>
          </a:prstGeom>
          <a:solidFill>
            <a:schemeClr val="accent2">
              <a:tint val="40000"/>
            </a:schemeClr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840000" y="1440000"/>
            <a:ext cx="1800000" cy="1080000"/>
          </a:xfrm>
          <a:prstGeom prst="triangle">
            <a:avLst>
              <a:gd name="adj" fmla="val 50000"/>
            </a:avLst>
          </a:prstGeom>
          <a:solidFill>
            <a:schemeClr val="accent1">
              <a:shade val="50000"/>
            </a:schemeClr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60000" y="3060000"/>
            <a:ext cx="1800000" cy="10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520000" y="3060000"/>
            <a:ext cx="1800000" cy="1080000"/>
          </a:xfrm>
          <a:prstGeom prst="rect">
            <a:avLst/>
          </a:prstGeom>
          <a:solidFill>
            <a:schemeClr val="accent4">
              <a:alpha val="50000"/>
            </a:schemeClr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644360" y="3600000"/>
            <a:ext cx="3671280" cy="0"/>
          </a:xfrm>
          <a:prstGeom prst="line">
            <a:avLst/>
          </a:prstGeom>
          <a:ln w="18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920" tIns="-34920" rIns="79920" bIns="-349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60000" y="4680000"/>
            <a:ext cx="7200000" cy="7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box: </a:t>
            </a:r>
            <a:r>
              <a:rPr lang="en-US" sz="18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bold blue</a:t>
            </a:r>
            <a:r>
              <a:rPr lang="en-US" sz="1800" b="0" u="none" strike="noStrik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Arial"/>
              </a:rPr>
              <a:t> and theme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in Liberation Serif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Picture, group, table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360000" y="1440000"/>
            <a:ext cx="2880000" cy="2160000"/>
          </a:xfrm>
          <a:prstGeom prst="rect">
            <a:avLst/>
          </a:prstGeom>
          <a:noFill/>
          <a:ln w="38160">
            <a:noFill/>
          </a:ln>
        </p:spPr>
      </p:pic>
      <p:grpSp>
        <p:nvGrpSpPr>
          <p:cNvPr id="33" name=""/>
          <p:cNvGrpSpPr/>
          <p:nvPr/>
        </p:nvGrpSpPr>
        <p:grpSpPr>
          <a:xfrm rot="1800000">
            <a:off x="6120000" y="1440000"/>
            <a:ext cx="3240000" cy="2700000"/>
            <a:chOff x="3600000" y="1440000"/>
            <a:chExt cx="2160000" cy="1800000"/>
          </a:xfrm>
        </p:grpSpPr>
        <p:sp>
          <p:nvSpPr>
            <p:cNvPr id="34" name=""/>
            <p:cNvSpPr/>
            <p:nvPr/>
          </p:nvSpPr>
          <p:spPr>
            <a:xfrm>
              <a:off x="3600000" y="1440000"/>
              <a:ext cx="1440000" cy="1080000"/>
            </a:xfrm>
            <a:prstGeom prst="rect">
              <a:avLst/>
            </a:prstGeom>
            <a:solidFill>
              <a:srgbClr val="FFC000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320000" y="2160000"/>
              <a:ext cx="1440000" cy="1080000"/>
            </a:xfrm>
            <a:prstGeom prst="ellipse">
              <a:avLst/>
            </a:prstGeom>
            <a:solidFill>
              <a:srgbClr val="7030A0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36" name=""/>
          <p:cNvGraphicFramePr/>
          <p:nvPr/>
        </p:nvGraphicFramePr>
        <p:xfrm>
          <a:off x="360000" y="3960000"/>
          <a:ext cx="5400000" cy="1620000"/>
        </p:xfrm>
        <a:graphic>
          <a:graphicData uri="http://schemas.openxmlformats.org/drawingml/2006/table">
            <a:tbl>
              <a:tblPr/>
              <a:tblGrid>
                <a:gridCol w="1800000"/>
                <a:gridCol w="1800000"/>
                <a:gridCol w="1800000"/>
              </a:tblGrid>
              <a:tr h="5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R1C1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R1C2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R1C3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</a:tr>
              <a:tr h="5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R2C1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R2C2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25200">
                      <a:solidFill>
                        <a:srgbClr val="FF0000"/>
                      </a:solidFill>
                      <a:prstDash val="solid"/>
                    </a:lnL>
                    <a:lnR w="25200">
                      <a:solidFill>
                        <a:srgbClr val="FF0000"/>
                      </a:solidFill>
                      <a:prstDash val="solid"/>
                    </a:lnR>
                    <a:lnT w="25200">
                      <a:solidFill>
                        <a:srgbClr val="FF0000"/>
                      </a:solidFill>
                      <a:prstDash val="solid"/>
                    </a:lnT>
                    <a:lnB w="25200">
                      <a:solidFill>
                        <a:srgbClr val="FF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R2C3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2026-10-11T16:14:44Z</dcterms:modified>
  <cp:revision>1</cp:revision>
  <dc:subject/>
  <dc:title/>
</cp:coreProperties>
</file>