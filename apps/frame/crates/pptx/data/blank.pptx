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</a:lstStyle>
          <a:p>
            <a:endParaRPr lang="en-US"/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a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a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Frame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/>
</cp:coreProperties>
</file>